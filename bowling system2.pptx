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9"/>
    <p:restoredTop sz="94694"/>
  </p:normalViewPr>
  <p:slideViewPr>
    <p:cSldViewPr snapToGrid="0">
      <p:cViewPr>
        <p:scale>
          <a:sx n="140" d="100"/>
          <a:sy n="140" d="100"/>
        </p:scale>
        <p:origin x="-2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A0F-5193-F06E-6515-D9F2C707B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4D03C-519B-C587-7B88-11C5F5454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DFC1-279B-C727-A947-390FA8668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405B-0EEA-6657-A7F3-E184B649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3E93E-A677-0A52-CFB6-531FC59E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3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49F3-B3A5-9745-2CE3-E7DC43A8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5D43-2BD7-34BE-E02B-C6DA7746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E2957-8FBB-374C-C407-FB1AC7A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C77F-3EF8-07D4-C472-B945AC68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BB32E-3FF4-CA28-D531-0E608F1F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8AE6-8831-6A21-7CC1-40136FD2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060CD-B51B-7448-23B5-05DF6E125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27DF-22D7-92DD-C119-DEA7FE7B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6FC46-1E76-0F85-37A0-F75487B5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BBFF-B196-E0D9-EFF9-330657D8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D1EE-06AA-A20F-DC2E-6419403C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4BB0-BC34-59A4-FF4F-BF28BAF17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2A8C2-A583-4B9B-8644-A3868E168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9E669-2ABB-31FA-865D-75E8A98F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0962-8873-4380-716C-8BCE01AB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C91B1-8AD7-3CB1-4F2E-DA033C6F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3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B23E-E941-FC04-66FE-A9F9BB70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D7962-1E32-C265-88E1-466FD66C4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8166E-9695-6971-E7EF-E6300BC22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02265-FB43-65C7-2607-1B4805F10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6943C-0EDE-D500-389F-92C2AF625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1BA76-E1DC-63C6-8CC2-F3656E01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B5832-1817-E479-E364-91F4E518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BE594-0199-A847-1B95-ABE9340E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3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7EFA-7974-43CC-F4EA-1C33847F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C41C1-D45C-8EF9-F261-0FC8B90C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100CA-B57A-C59A-1A95-6B5AB07F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7DF32-27C4-6FBE-928A-BB98B6FA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F52A6-CE0B-5EF6-D287-E8C8E14C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9A2D8-13D0-EE6A-6C6F-DB16B597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3F5A3-AE2A-7C92-5C19-47DF7A0A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6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BAD5-0212-04A4-69AC-CEDE5432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1849-10B0-0B36-5261-24503AB08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E4DF-E456-0623-DB57-26C6E4F4F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FA779-02EF-E584-3391-04783644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DA5EA-C6CA-9448-15B1-C8C16486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2E58-618E-1821-903D-B9FD8522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2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231B-0B4E-E31C-1939-94215430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BBF9D-774F-46CB-9D7C-34B20099B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517EA-07DB-D68D-CBE5-55ACF16F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4B377-0B62-A6B2-6687-43CECFE0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595AE-DB3B-E443-5A1A-A401E890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9541-2593-6A1A-F561-F2C20C15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39BA-775F-F94C-AB87-0C1A5696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14A37-D934-1E54-0851-D950D6C1E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AAC50-1142-6B93-A9D6-1D731C36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4A67-4C32-211F-D198-6145BF32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E8DA2-C4A7-E09F-12ED-89BD04BD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2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906C5-945D-C701-6472-D7F67B541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1CD41-2E8A-D789-163D-34A1B7C1D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8A81-E891-143C-FC0D-6DDCFB1D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4B677-149D-4893-4C19-87A07528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F979-E110-50C9-3D50-78DC846C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0BD96-0D19-4A9D-F666-CDC5DC28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41B7D-F7C8-C2A2-6AAD-FAC29242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E36C6-00A2-AD96-49CE-A6BF412F7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771E5-35ED-A84B-AAD4-032E82513034}" type="datetimeFigureOut"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77EB7-F26C-8414-6A27-77D76EAF0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EA8A5-D3A8-3881-15F8-90613BB2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22D43-57C8-7E4A-8BFE-98E47A3105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F9696-1B13-978C-ADAA-2EFFF6E32162}"/>
              </a:ext>
            </a:extLst>
          </p:cNvPr>
          <p:cNvSpPr/>
          <p:nvPr/>
        </p:nvSpPr>
        <p:spPr>
          <a:xfrm>
            <a:off x="3779861" y="1372682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Checkin app</a:t>
            </a:r>
          </a:p>
        </p:txBody>
      </p:sp>
      <p:pic>
        <p:nvPicPr>
          <p:cNvPr id="6" name="Graphic 5" descr="Baby with solid fill">
            <a:extLst>
              <a:ext uri="{FF2B5EF4-FFF2-40B4-BE49-F238E27FC236}">
                <a16:creationId xmlns:a16="http://schemas.microsoft.com/office/drawing/2014/main" id="{FCAA3A12-BD96-C15B-58CB-F324609A9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0949" y="2554940"/>
            <a:ext cx="646077" cy="646077"/>
          </a:xfrm>
          <a:prstGeom prst="rect">
            <a:avLst/>
          </a:prstGeom>
        </p:spPr>
      </p:pic>
      <p:pic>
        <p:nvPicPr>
          <p:cNvPr id="10" name="Graphic 9" descr="Child with balloon with solid fill">
            <a:extLst>
              <a:ext uri="{FF2B5EF4-FFF2-40B4-BE49-F238E27FC236}">
                <a16:creationId xmlns:a16="http://schemas.microsoft.com/office/drawing/2014/main" id="{08F660D6-2CC3-3272-2060-F27B0859F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130" y="1484432"/>
            <a:ext cx="914400" cy="914400"/>
          </a:xfrm>
          <a:prstGeom prst="rect">
            <a:avLst/>
          </a:prstGeom>
        </p:spPr>
      </p:pic>
      <p:pic>
        <p:nvPicPr>
          <p:cNvPr id="12" name="Graphic 11" descr="Dollar with solid fill">
            <a:extLst>
              <a:ext uri="{FF2B5EF4-FFF2-40B4-BE49-F238E27FC236}">
                <a16:creationId xmlns:a16="http://schemas.microsoft.com/office/drawing/2014/main" id="{26DFE342-F21E-6E9A-4105-370823B3F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76458" y="2868240"/>
            <a:ext cx="521345" cy="5213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A42E1F6-CE8C-C2E3-CA52-18D1112078C7}"/>
              </a:ext>
            </a:extLst>
          </p:cNvPr>
          <p:cNvSpPr/>
          <p:nvPr/>
        </p:nvSpPr>
        <p:spPr>
          <a:xfrm>
            <a:off x="5031828" y="2844593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Lanes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88B69-6C4C-AC43-845D-6D27B9030D60}"/>
              </a:ext>
            </a:extLst>
          </p:cNvPr>
          <p:cNvSpPr/>
          <p:nvPr/>
        </p:nvSpPr>
        <p:spPr>
          <a:xfrm>
            <a:off x="6007126" y="4255915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Lane Governor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204A4-5E2A-EF0F-A638-10F451CC3FCB}"/>
              </a:ext>
            </a:extLst>
          </p:cNvPr>
          <p:cNvSpPr/>
          <p:nvPr/>
        </p:nvSpPr>
        <p:spPr>
          <a:xfrm>
            <a:off x="4677721" y="5357954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C3907-8CBD-3132-2B36-42381E34CEAE}"/>
              </a:ext>
            </a:extLst>
          </p:cNvPr>
          <p:cNvSpPr/>
          <p:nvPr/>
        </p:nvSpPr>
        <p:spPr>
          <a:xfrm>
            <a:off x="7710884" y="2869787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Payment gateway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9A35C5-4AC3-101D-662E-0BDE4788829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138083" y="1668440"/>
            <a:ext cx="1641778" cy="187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47C546-EE16-9A99-FFE8-8111818A72FE}"/>
              </a:ext>
            </a:extLst>
          </p:cNvPr>
          <p:cNvSpPr/>
          <p:nvPr/>
        </p:nvSpPr>
        <p:spPr>
          <a:xfrm>
            <a:off x="548083" y="2433918"/>
            <a:ext cx="877305" cy="251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</a:t>
            </a:r>
          </a:p>
        </p:txBody>
      </p:sp>
      <p:pic>
        <p:nvPicPr>
          <p:cNvPr id="20" name="Graphic 19" descr="Child with balloon with solid fill">
            <a:extLst>
              <a:ext uri="{FF2B5EF4-FFF2-40B4-BE49-F238E27FC236}">
                <a16:creationId xmlns:a16="http://schemas.microsoft.com/office/drawing/2014/main" id="{E4C00871-37AA-6616-98B6-FA49A78CC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318" y="4353138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4E93E39-280E-5E11-7721-E4B7DF26DF04}"/>
              </a:ext>
            </a:extLst>
          </p:cNvPr>
          <p:cNvSpPr/>
          <p:nvPr/>
        </p:nvSpPr>
        <p:spPr>
          <a:xfrm>
            <a:off x="754271" y="5302624"/>
            <a:ext cx="877305" cy="251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1536CF-6DB6-8530-9156-E03FE3BD21B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02224" y="5329516"/>
            <a:ext cx="2575497" cy="324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D2215C4-509F-0247-A9D4-1D618DC52E3E}"/>
              </a:ext>
            </a:extLst>
          </p:cNvPr>
          <p:cNvSpPr/>
          <p:nvPr/>
        </p:nvSpPr>
        <p:spPr>
          <a:xfrm>
            <a:off x="1722459" y="3151094"/>
            <a:ext cx="1020741" cy="277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91EB1B-C795-A3B0-FC16-2A54172D416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891118" y="3140351"/>
            <a:ext cx="2140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5D43DD-8A7F-C2D4-B8F5-DD4D6C712786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4460406" y="1964198"/>
            <a:ext cx="1251967" cy="880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930A0B-C332-7BFB-21A7-309BEE64EFAD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6392917" y="3140351"/>
            <a:ext cx="1317967" cy="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B1124E2-A641-67AA-7520-0CE19DA1957C}"/>
              </a:ext>
            </a:extLst>
          </p:cNvPr>
          <p:cNvSpPr/>
          <p:nvPr/>
        </p:nvSpPr>
        <p:spPr>
          <a:xfrm>
            <a:off x="1995883" y="1286436"/>
            <a:ext cx="1379329" cy="273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check in/out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2E601D-78C6-B27B-3B64-B5534F57BDCC}"/>
              </a:ext>
            </a:extLst>
          </p:cNvPr>
          <p:cNvSpPr/>
          <p:nvPr/>
        </p:nvSpPr>
        <p:spPr>
          <a:xfrm>
            <a:off x="2689413" y="2743200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assign lane(name)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CF4B9D-EAF1-AC8B-8289-0778521D3446}"/>
              </a:ext>
            </a:extLst>
          </p:cNvPr>
          <p:cNvSpPr/>
          <p:nvPr/>
        </p:nvSpPr>
        <p:spPr>
          <a:xfrm>
            <a:off x="2855260" y="3420035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collect payment (name)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FBF99C-33E5-BC41-63F1-6932BACA7E9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5712373" y="3436109"/>
            <a:ext cx="975298" cy="819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15F9CDD3-0A56-587C-03E1-A9620ECF75AA}"/>
              </a:ext>
            </a:extLst>
          </p:cNvPr>
          <p:cNvCxnSpPr>
            <a:cxnSpLocks/>
            <a:stCxn id="14" idx="1"/>
            <a:endCxn id="15" idx="1"/>
          </p:cNvCxnSpPr>
          <p:nvPr/>
        </p:nvCxnSpPr>
        <p:spPr>
          <a:xfrm rot="10800000" flipV="1">
            <a:off x="4677722" y="4551672"/>
            <a:ext cx="1329405" cy="1102039"/>
          </a:xfrm>
          <a:prstGeom prst="curvedConnector3">
            <a:avLst>
              <a:gd name="adj1" fmla="val 1171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C7D3F80-D767-1CF5-F5FF-F19B954E9C4B}"/>
              </a:ext>
            </a:extLst>
          </p:cNvPr>
          <p:cNvSpPr/>
          <p:nvPr/>
        </p:nvSpPr>
        <p:spPr>
          <a:xfrm>
            <a:off x="2819401" y="4540623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 score (name)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next player is (name)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569665-18F7-EC4E-9C2C-860428D7F96F}"/>
              </a:ext>
            </a:extLst>
          </p:cNvPr>
          <p:cNvSpPr/>
          <p:nvPr/>
        </p:nvSpPr>
        <p:spPr>
          <a:xfrm>
            <a:off x="2232212" y="5607423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start game (name)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FC0EDCF-E7EC-98F0-644B-82286ABCA2D8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6038810" y="4847431"/>
            <a:ext cx="648861" cy="806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828EA69-9620-0311-61E2-6CA65CB72C73}"/>
              </a:ext>
            </a:extLst>
          </p:cNvPr>
          <p:cNvSpPr/>
          <p:nvPr/>
        </p:nvSpPr>
        <p:spPr>
          <a:xfrm>
            <a:off x="6405283" y="5060576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start game (name)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1BAB-2654-9ABF-26D9-9CD4CB26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E33D5F-21B5-2953-62B2-799934A39B88}"/>
              </a:ext>
            </a:extLst>
          </p:cNvPr>
          <p:cNvSpPr/>
          <p:nvPr/>
        </p:nvSpPr>
        <p:spPr>
          <a:xfrm>
            <a:off x="3779861" y="1372682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Checkin app</a:t>
            </a:r>
          </a:p>
        </p:txBody>
      </p:sp>
      <p:pic>
        <p:nvPicPr>
          <p:cNvPr id="6" name="Graphic 5" descr="Baby with solid fill">
            <a:extLst>
              <a:ext uri="{FF2B5EF4-FFF2-40B4-BE49-F238E27FC236}">
                <a16:creationId xmlns:a16="http://schemas.microsoft.com/office/drawing/2014/main" id="{5CA4990F-7EA8-9477-F361-EDFE788FF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0949" y="2554940"/>
            <a:ext cx="646077" cy="646077"/>
          </a:xfrm>
          <a:prstGeom prst="rect">
            <a:avLst/>
          </a:prstGeom>
        </p:spPr>
      </p:pic>
      <p:pic>
        <p:nvPicPr>
          <p:cNvPr id="10" name="Graphic 9" descr="Child with balloon with solid fill">
            <a:extLst>
              <a:ext uri="{FF2B5EF4-FFF2-40B4-BE49-F238E27FC236}">
                <a16:creationId xmlns:a16="http://schemas.microsoft.com/office/drawing/2014/main" id="{0791464C-A4CA-4684-DE3F-F44F76ADBF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130" y="1484432"/>
            <a:ext cx="914400" cy="914400"/>
          </a:xfrm>
          <a:prstGeom prst="rect">
            <a:avLst/>
          </a:prstGeom>
        </p:spPr>
      </p:pic>
      <p:pic>
        <p:nvPicPr>
          <p:cNvPr id="12" name="Graphic 11" descr="Dollar with solid fill">
            <a:extLst>
              <a:ext uri="{FF2B5EF4-FFF2-40B4-BE49-F238E27FC236}">
                <a16:creationId xmlns:a16="http://schemas.microsoft.com/office/drawing/2014/main" id="{2D0D9E72-9CBC-CD32-A845-D12057404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76458" y="2868240"/>
            <a:ext cx="521345" cy="5213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CF53A0-0631-ECDC-86E3-00D0023523A4}"/>
              </a:ext>
            </a:extLst>
          </p:cNvPr>
          <p:cNvSpPr/>
          <p:nvPr/>
        </p:nvSpPr>
        <p:spPr>
          <a:xfrm>
            <a:off x="5031828" y="2844593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Lanes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F944CF-5070-8198-35CA-242BF10A457B}"/>
              </a:ext>
            </a:extLst>
          </p:cNvPr>
          <p:cNvSpPr/>
          <p:nvPr/>
        </p:nvSpPr>
        <p:spPr>
          <a:xfrm>
            <a:off x="6007126" y="4255915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Lane Governor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BB4F9-72CE-DCB6-3204-C62BA7197922}"/>
              </a:ext>
            </a:extLst>
          </p:cNvPr>
          <p:cNvSpPr/>
          <p:nvPr/>
        </p:nvSpPr>
        <p:spPr>
          <a:xfrm>
            <a:off x="4677721" y="5357954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44CB5-063B-6070-E3EA-F95F9C230551}"/>
              </a:ext>
            </a:extLst>
          </p:cNvPr>
          <p:cNvSpPr/>
          <p:nvPr/>
        </p:nvSpPr>
        <p:spPr>
          <a:xfrm>
            <a:off x="7710884" y="2869787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Payment gateway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754A4F-F2CA-2944-2DBE-D28D470A9CA7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138083" y="1668440"/>
            <a:ext cx="1641778" cy="187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0015B-083A-53A0-199D-9F0D0238507F}"/>
              </a:ext>
            </a:extLst>
          </p:cNvPr>
          <p:cNvSpPr/>
          <p:nvPr/>
        </p:nvSpPr>
        <p:spPr>
          <a:xfrm>
            <a:off x="548083" y="2433918"/>
            <a:ext cx="877305" cy="251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</a:t>
            </a:r>
          </a:p>
        </p:txBody>
      </p:sp>
      <p:pic>
        <p:nvPicPr>
          <p:cNvPr id="20" name="Graphic 19" descr="Child with balloon with solid fill">
            <a:extLst>
              <a:ext uri="{FF2B5EF4-FFF2-40B4-BE49-F238E27FC236}">
                <a16:creationId xmlns:a16="http://schemas.microsoft.com/office/drawing/2014/main" id="{CC9154D9-965C-6DBC-4B44-1D403458E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318" y="4353138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A12000D-4D9B-707D-51D7-A6E8A7EDB011}"/>
              </a:ext>
            </a:extLst>
          </p:cNvPr>
          <p:cNvSpPr/>
          <p:nvPr/>
        </p:nvSpPr>
        <p:spPr>
          <a:xfrm>
            <a:off x="754271" y="5302624"/>
            <a:ext cx="877305" cy="251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Bowler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4EFAC06-67EE-C1AA-FE1E-E09581ABFC4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02224" y="5329516"/>
            <a:ext cx="2575497" cy="324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7CB120A-06B1-C77D-D7F7-4DC44D22A717}"/>
              </a:ext>
            </a:extLst>
          </p:cNvPr>
          <p:cNvSpPr/>
          <p:nvPr/>
        </p:nvSpPr>
        <p:spPr>
          <a:xfrm>
            <a:off x="1722459" y="3151094"/>
            <a:ext cx="1020741" cy="277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Manager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30687E-EB7E-C5F6-0456-32B313292B8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891118" y="3140351"/>
            <a:ext cx="2140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00C028-7236-F082-5D71-E6EBB9248AD4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4460406" y="1964198"/>
            <a:ext cx="1251967" cy="880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1CAE47-5636-937A-1F35-23C2A9781D39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6392917" y="3140351"/>
            <a:ext cx="1317967" cy="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0C8FD6A-455F-7C52-6836-194B58526394}"/>
              </a:ext>
            </a:extLst>
          </p:cNvPr>
          <p:cNvSpPr/>
          <p:nvPr/>
        </p:nvSpPr>
        <p:spPr>
          <a:xfrm>
            <a:off x="1995883" y="1286436"/>
            <a:ext cx="1379329" cy="273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check in/out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CC6C16-A830-5E7B-712A-451E006B8EE2}"/>
              </a:ext>
            </a:extLst>
          </p:cNvPr>
          <p:cNvSpPr/>
          <p:nvPr/>
        </p:nvSpPr>
        <p:spPr>
          <a:xfrm>
            <a:off x="2689413" y="2743200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assign lane(name)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F6104A-A5B6-C22B-6B20-545EED105910}"/>
              </a:ext>
            </a:extLst>
          </p:cNvPr>
          <p:cNvSpPr/>
          <p:nvPr/>
        </p:nvSpPr>
        <p:spPr>
          <a:xfrm>
            <a:off x="2855260" y="3420035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collect payment (name)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67CA8AA-96CD-9869-BED9-831B40117EA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5712373" y="3436109"/>
            <a:ext cx="975298" cy="819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1F1DA51C-CA35-E23F-5CFE-3D59CADBE15C}"/>
              </a:ext>
            </a:extLst>
          </p:cNvPr>
          <p:cNvCxnSpPr>
            <a:cxnSpLocks/>
            <a:stCxn id="14" idx="1"/>
            <a:endCxn id="15" idx="1"/>
          </p:cNvCxnSpPr>
          <p:nvPr/>
        </p:nvCxnSpPr>
        <p:spPr>
          <a:xfrm rot="10800000" flipV="1">
            <a:off x="4677722" y="4551672"/>
            <a:ext cx="1329405" cy="1102039"/>
          </a:xfrm>
          <a:prstGeom prst="curvedConnector3">
            <a:avLst>
              <a:gd name="adj1" fmla="val 1171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1EC5267-F90D-3A8D-5DD0-A80F62503493}"/>
              </a:ext>
            </a:extLst>
          </p:cNvPr>
          <p:cNvSpPr/>
          <p:nvPr/>
        </p:nvSpPr>
        <p:spPr>
          <a:xfrm>
            <a:off x="2819401" y="4540623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update score (name)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next player is (name)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AD9FE3-3988-84A5-4E08-E274CE74E174}"/>
              </a:ext>
            </a:extLst>
          </p:cNvPr>
          <p:cNvSpPr/>
          <p:nvPr/>
        </p:nvSpPr>
        <p:spPr>
          <a:xfrm>
            <a:off x="2232212" y="5607423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start game (name)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150B46-E13F-A476-E62C-1B4EDD3125EB}"/>
              </a:ext>
            </a:extLst>
          </p:cNvPr>
          <p:cNvCxnSpPr>
            <a:cxnSpLocks/>
            <a:stCxn id="15" idx="3"/>
            <a:endCxn id="14" idx="2"/>
          </p:cNvCxnSpPr>
          <p:nvPr/>
        </p:nvCxnSpPr>
        <p:spPr>
          <a:xfrm flipV="1">
            <a:off x="6038810" y="4847431"/>
            <a:ext cx="648861" cy="806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67DFBA7-516F-255B-5549-878E36D804DB}"/>
              </a:ext>
            </a:extLst>
          </p:cNvPr>
          <p:cNvSpPr/>
          <p:nvPr/>
        </p:nvSpPr>
        <p:spPr>
          <a:xfrm>
            <a:off x="6405283" y="5060576"/>
            <a:ext cx="1698812" cy="300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start game (name)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BBAEB04C-423D-591C-BC96-EC75997F4B1D}"/>
              </a:ext>
            </a:extLst>
          </p:cNvPr>
          <p:cNvSpPr/>
          <p:nvPr/>
        </p:nvSpPr>
        <p:spPr>
          <a:xfrm>
            <a:off x="6248401" y="413657"/>
            <a:ext cx="2272938" cy="1959429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E7F41829-C862-959F-DD3B-1B9CE46ECF3D}"/>
              </a:ext>
            </a:extLst>
          </p:cNvPr>
          <p:cNvSpPr/>
          <p:nvPr/>
        </p:nvSpPr>
        <p:spPr>
          <a:xfrm>
            <a:off x="6662058" y="794657"/>
            <a:ext cx="1464782" cy="1262743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1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6195-8CA7-1E73-207A-6762E349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A118F3F9-EC30-93E3-F883-14847E19AF8B}"/>
              </a:ext>
            </a:extLst>
          </p:cNvPr>
          <p:cNvGrpSpPr/>
          <p:nvPr/>
        </p:nvGrpSpPr>
        <p:grpSpPr>
          <a:xfrm>
            <a:off x="987552" y="3348309"/>
            <a:ext cx="932283" cy="1174292"/>
            <a:chOff x="164592" y="659973"/>
            <a:chExt cx="932283" cy="1174292"/>
          </a:xfrm>
        </p:grpSpPr>
        <p:pic>
          <p:nvPicPr>
            <p:cNvPr id="10" name="Graphic 9" descr="Child with balloon with solid fill">
              <a:extLst>
                <a:ext uri="{FF2B5EF4-FFF2-40B4-BE49-F238E27FC236}">
                  <a16:creationId xmlns:a16="http://schemas.microsoft.com/office/drawing/2014/main" id="{D09512C6-EA80-9533-C5C3-ABD6F4087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475" y="659973"/>
              <a:ext cx="914400" cy="9144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730A6E-1EFD-C0DF-70FA-BD357FB4DE56}"/>
                </a:ext>
              </a:extLst>
            </p:cNvPr>
            <p:cNvSpPr/>
            <p:nvPr/>
          </p:nvSpPr>
          <p:spPr>
            <a:xfrm>
              <a:off x="164592" y="1582327"/>
              <a:ext cx="877305" cy="251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Bowler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7F30D99-75E2-92F5-A54D-78AF676E6B63}"/>
              </a:ext>
            </a:extLst>
          </p:cNvPr>
          <p:cNvSpPr/>
          <p:nvPr/>
        </p:nvSpPr>
        <p:spPr>
          <a:xfrm>
            <a:off x="1730707" y="2959788"/>
            <a:ext cx="1487981" cy="273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check in (bowler)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ADBC6-8EE0-F8AF-DFDE-70C555733FD3}"/>
              </a:ext>
            </a:extLst>
          </p:cNvPr>
          <p:cNvSpPr/>
          <p:nvPr/>
        </p:nvSpPr>
        <p:spPr>
          <a:xfrm>
            <a:off x="332573" y="476570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Test cases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9254B9-C651-6379-B1BA-2D2035133C4A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>
            <a:off x="1693662" y="772328"/>
            <a:ext cx="1483818" cy="99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3CC3E5-DE5A-2847-BC27-B7F0E49BD6DC}"/>
              </a:ext>
            </a:extLst>
          </p:cNvPr>
          <p:cNvGrpSpPr/>
          <p:nvPr/>
        </p:nvGrpSpPr>
        <p:grpSpPr>
          <a:xfrm>
            <a:off x="2889704" y="1141166"/>
            <a:ext cx="2816151" cy="2565001"/>
            <a:chOff x="3273752" y="1479494"/>
            <a:chExt cx="2816151" cy="2565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5795212-35C5-B246-640A-29F9ADD2D67D}"/>
                </a:ext>
              </a:extLst>
            </p:cNvPr>
            <p:cNvGrpSpPr/>
            <p:nvPr/>
          </p:nvGrpSpPr>
          <p:grpSpPr>
            <a:xfrm>
              <a:off x="3273752" y="1556813"/>
              <a:ext cx="2816151" cy="2427716"/>
              <a:chOff x="6248401" y="413657"/>
              <a:chExt cx="2272938" cy="1959429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D2DDBF4-F321-36A6-4241-D314B65FA00B}"/>
                  </a:ext>
                </a:extLst>
              </p:cNvPr>
              <p:cNvGrpSpPr/>
              <p:nvPr/>
            </p:nvGrpSpPr>
            <p:grpSpPr>
              <a:xfrm>
                <a:off x="6248401" y="413657"/>
                <a:ext cx="2272938" cy="1959429"/>
                <a:chOff x="6248401" y="413657"/>
                <a:chExt cx="2272938" cy="1959429"/>
              </a:xfrm>
            </p:grpSpPr>
            <p:sp>
              <p:nvSpPr>
                <p:cNvPr id="2" name="Hexagon 1">
                  <a:extLst>
                    <a:ext uri="{FF2B5EF4-FFF2-40B4-BE49-F238E27FC236}">
                      <a16:creationId xmlns:a16="http://schemas.microsoft.com/office/drawing/2014/main" id="{F19F9C7D-B960-7ECF-54DF-44B9D8B3E312}"/>
                    </a:ext>
                  </a:extLst>
                </p:cNvPr>
                <p:cNvSpPr/>
                <p:nvPr/>
              </p:nvSpPr>
              <p:spPr>
                <a:xfrm>
                  <a:off x="6248401" y="413657"/>
                  <a:ext cx="2272938" cy="1959429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Hexagon 2">
                  <a:extLst>
                    <a:ext uri="{FF2B5EF4-FFF2-40B4-BE49-F238E27FC236}">
                      <a16:creationId xmlns:a16="http://schemas.microsoft.com/office/drawing/2014/main" id="{C6509630-5CE7-9BE2-012B-541434F0CF13}"/>
                    </a:ext>
                  </a:extLst>
                </p:cNvPr>
                <p:cNvSpPr/>
                <p:nvPr/>
              </p:nvSpPr>
              <p:spPr>
                <a:xfrm>
                  <a:off x="6662058" y="794657"/>
                  <a:ext cx="1464782" cy="1262743"/>
                </a:xfrm>
                <a:prstGeom prst="hexagon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69249D9-3741-3F68-A81F-5FAED3F71F90}"/>
                  </a:ext>
                </a:extLst>
              </p:cNvPr>
              <p:cNvSpPr/>
              <p:nvPr/>
            </p:nvSpPr>
            <p:spPr>
              <a:xfrm>
                <a:off x="6658686" y="1192800"/>
                <a:ext cx="1361089" cy="5915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Checkin</a:t>
                </a:r>
                <a:br>
                  <a:rPr lang="en-US">
                    <a:solidFill>
                      <a:schemeClr val="tx1"/>
                    </a:solidFill>
                  </a:rPr>
                </a:br>
                <a:r>
                  <a:rPr lang="en-US">
                    <a:solidFill>
                      <a:schemeClr val="tx1"/>
                    </a:solidFill>
                  </a:rPr>
                  <a:t> app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2579F7-BB87-3824-F261-7A92DAA12E16}"/>
                </a:ext>
              </a:extLst>
            </p:cNvPr>
            <p:cNvSpPr/>
            <p:nvPr/>
          </p:nvSpPr>
          <p:spPr>
            <a:xfrm rot="17791875">
              <a:off x="2994178" y="2032447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for Configuring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C43C07-6A41-5095-C4E4-9B32E3DC3193}"/>
                </a:ext>
              </a:extLst>
            </p:cNvPr>
            <p:cNvSpPr/>
            <p:nvPr/>
          </p:nvSpPr>
          <p:spPr>
            <a:xfrm rot="17791875">
              <a:off x="4929660" y="3218119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en-US" sz="1400">
                  <a:solidFill>
                    <a:schemeClr val="tx1"/>
                  </a:solidFill>
                </a:rPr>
                <a:t>for registering bowlers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26D677-4743-FE3F-1932-97DA9BFD0A45}"/>
                </a:ext>
              </a:extLst>
            </p:cNvPr>
            <p:cNvSpPr/>
            <p:nvPr/>
          </p:nvSpPr>
          <p:spPr>
            <a:xfrm rot="3792212">
              <a:off x="2997228" y="3187639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for checking in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0DBDB8A-3BCB-5E09-CDEB-EA773F33860A}"/>
              </a:ext>
            </a:extLst>
          </p:cNvPr>
          <p:cNvSpPr/>
          <p:nvPr/>
        </p:nvSpPr>
        <p:spPr>
          <a:xfrm>
            <a:off x="612989" y="2393762"/>
            <a:ext cx="1361089" cy="5915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Test cases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A1ECEB-CEB4-9BAC-E31D-AFE09B6BFE3D}"/>
              </a:ext>
            </a:extLst>
          </p:cNvPr>
          <p:cNvCxnSpPr>
            <a:cxnSpLocks/>
            <a:stCxn id="32" idx="3"/>
            <a:endCxn id="30" idx="2"/>
          </p:cNvCxnSpPr>
          <p:nvPr/>
        </p:nvCxnSpPr>
        <p:spPr>
          <a:xfrm>
            <a:off x="1974078" y="2689520"/>
            <a:ext cx="1206736" cy="35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FBB1CD-B23A-C890-291A-464A6EAC0CCD}"/>
              </a:ext>
            </a:extLst>
          </p:cNvPr>
          <p:cNvCxnSpPr>
            <a:cxnSpLocks/>
            <a:stCxn id="19" idx="3"/>
            <a:endCxn id="30" idx="2"/>
          </p:cNvCxnSpPr>
          <p:nvPr/>
        </p:nvCxnSpPr>
        <p:spPr>
          <a:xfrm flipV="1">
            <a:off x="1864857" y="3047656"/>
            <a:ext cx="1315957" cy="1348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0BF3820-0F54-A814-B549-4258ADBBBF9D}"/>
              </a:ext>
            </a:extLst>
          </p:cNvPr>
          <p:cNvGrpSpPr/>
          <p:nvPr/>
        </p:nvGrpSpPr>
        <p:grpSpPr>
          <a:xfrm>
            <a:off x="5904176" y="3506414"/>
            <a:ext cx="2816151" cy="2565001"/>
            <a:chOff x="3273752" y="1479494"/>
            <a:chExt cx="2816151" cy="256500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AB2E433-FB61-50C9-CC01-EAE13BB953C0}"/>
                </a:ext>
              </a:extLst>
            </p:cNvPr>
            <p:cNvGrpSpPr/>
            <p:nvPr/>
          </p:nvGrpSpPr>
          <p:grpSpPr>
            <a:xfrm>
              <a:off x="3273752" y="1556813"/>
              <a:ext cx="2816151" cy="2427716"/>
              <a:chOff x="6248401" y="413657"/>
              <a:chExt cx="2272938" cy="1959429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20F004E-D495-5134-811C-03AD9D90CA47}"/>
                  </a:ext>
                </a:extLst>
              </p:cNvPr>
              <p:cNvGrpSpPr/>
              <p:nvPr/>
            </p:nvGrpSpPr>
            <p:grpSpPr>
              <a:xfrm>
                <a:off x="6248401" y="413657"/>
                <a:ext cx="2272938" cy="1959429"/>
                <a:chOff x="6248401" y="413657"/>
                <a:chExt cx="2272938" cy="1959429"/>
              </a:xfrm>
            </p:grpSpPr>
            <p:sp>
              <p:nvSpPr>
                <p:cNvPr id="61" name="Hexagon 60">
                  <a:extLst>
                    <a:ext uri="{FF2B5EF4-FFF2-40B4-BE49-F238E27FC236}">
                      <a16:creationId xmlns:a16="http://schemas.microsoft.com/office/drawing/2014/main" id="{6C1A42C8-69E1-404A-BA32-A645D0903815}"/>
                    </a:ext>
                  </a:extLst>
                </p:cNvPr>
                <p:cNvSpPr/>
                <p:nvPr/>
              </p:nvSpPr>
              <p:spPr>
                <a:xfrm>
                  <a:off x="6248401" y="413657"/>
                  <a:ext cx="2272938" cy="1959429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Hexagon 61">
                  <a:extLst>
                    <a:ext uri="{FF2B5EF4-FFF2-40B4-BE49-F238E27FC236}">
                      <a16:creationId xmlns:a16="http://schemas.microsoft.com/office/drawing/2014/main" id="{CC38A45F-AB4D-9E64-491C-792EAC099523}"/>
                    </a:ext>
                  </a:extLst>
                </p:cNvPr>
                <p:cNvSpPr/>
                <p:nvPr/>
              </p:nvSpPr>
              <p:spPr>
                <a:xfrm>
                  <a:off x="6662058" y="794657"/>
                  <a:ext cx="1464782" cy="1262743"/>
                </a:xfrm>
                <a:prstGeom prst="hexagon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9361179-2825-C802-936E-9356AB615068}"/>
                  </a:ext>
                </a:extLst>
              </p:cNvPr>
              <p:cNvSpPr/>
              <p:nvPr/>
            </p:nvSpPr>
            <p:spPr>
              <a:xfrm>
                <a:off x="6695587" y="1133759"/>
                <a:ext cx="1361089" cy="5915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Lanes </a:t>
                </a:r>
                <a:br>
                  <a:rPr lang="en-US">
                    <a:solidFill>
                      <a:schemeClr val="tx1"/>
                    </a:solidFill>
                  </a:rPr>
                </a:br>
                <a:r>
                  <a:rPr lang="en-US">
                    <a:solidFill>
                      <a:schemeClr val="tx1"/>
                    </a:solidFill>
                  </a:rPr>
                  <a:t>Manager</a:t>
                </a: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F3F8649-1C9A-FF40-18BF-429F88CC1606}"/>
                </a:ext>
              </a:extLst>
            </p:cNvPr>
            <p:cNvSpPr/>
            <p:nvPr/>
          </p:nvSpPr>
          <p:spPr>
            <a:xfrm rot="17791875">
              <a:off x="2994178" y="2032447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for Configuring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F456C6B-9665-65FB-9C8A-446C731E126F}"/>
                </a:ext>
              </a:extLst>
            </p:cNvPr>
            <p:cNvSpPr/>
            <p:nvPr/>
          </p:nvSpPr>
          <p:spPr>
            <a:xfrm rot="17791875">
              <a:off x="4929660" y="3218119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for ??????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7D50A3-6196-DCD4-6523-76F56FF4C174}"/>
                </a:ext>
              </a:extLst>
            </p:cNvPr>
            <p:cNvSpPr/>
            <p:nvPr/>
          </p:nvSpPr>
          <p:spPr>
            <a:xfrm rot="3792212">
              <a:off x="2997228" y="3187639"/>
              <a:ext cx="1379329" cy="2734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for using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8AD997-BA98-336F-B5B5-241FF1FDBA80}"/>
              </a:ext>
            </a:extLst>
          </p:cNvPr>
          <p:cNvCxnSpPr>
            <a:cxnSpLocks/>
            <a:stCxn id="29" idx="2"/>
            <a:endCxn id="55" idx="0"/>
          </p:cNvCxnSpPr>
          <p:nvPr/>
        </p:nvCxnSpPr>
        <p:spPr>
          <a:xfrm>
            <a:off x="5357592" y="3077570"/>
            <a:ext cx="834360" cy="1057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A0BB900-C149-3B30-FD7D-716A1B5D6A70}"/>
              </a:ext>
            </a:extLst>
          </p:cNvPr>
          <p:cNvSpPr/>
          <p:nvPr/>
        </p:nvSpPr>
        <p:spPr>
          <a:xfrm>
            <a:off x="5184091" y="3258492"/>
            <a:ext cx="1487981" cy="273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check in (bowler)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89F8F4-41FF-61ED-1B4D-4CD50EFF9050}"/>
              </a:ext>
            </a:extLst>
          </p:cNvPr>
          <p:cNvSpPr/>
          <p:nvPr/>
        </p:nvSpPr>
        <p:spPr>
          <a:xfrm>
            <a:off x="794971" y="1014984"/>
            <a:ext cx="2780333" cy="450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greetings()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connectLanesManager(some LM)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B40EF58-4B6F-8356-40DE-245B8567B3E2}"/>
              </a:ext>
            </a:extLst>
          </p:cNvPr>
          <p:cNvSpPr/>
          <p:nvPr/>
        </p:nvSpPr>
        <p:spPr>
          <a:xfrm>
            <a:off x="7378651" y="0"/>
            <a:ext cx="1875077" cy="2478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>
                <a:solidFill>
                  <a:schemeClr val="tx1"/>
                </a:solidFill>
              </a:rPr>
              <a:t>AppForCheckin/</a:t>
            </a:r>
          </a:p>
          <a:p>
            <a:r>
              <a:rPr lang="en-US" sz="1200">
                <a:solidFill>
                  <a:schemeClr val="tx1"/>
                </a:solidFill>
              </a:rPr>
              <a:t>  src/</a:t>
            </a:r>
          </a:p>
          <a:p>
            <a:r>
              <a:rPr lang="en-US" sz="1200">
                <a:solidFill>
                  <a:schemeClr val="tx1"/>
                </a:solidFill>
              </a:rPr>
              <a:t>    main/java/checkin/</a:t>
            </a:r>
          </a:p>
          <a:p>
            <a:r>
              <a:rPr lang="en-US" sz="1200">
                <a:solidFill>
                  <a:schemeClr val="tx1"/>
                </a:solidFill>
              </a:rPr>
              <a:t>      BizLogic/</a:t>
            </a:r>
          </a:p>
          <a:p>
            <a:r>
              <a:rPr lang="en-US" sz="1200">
                <a:solidFill>
                  <a:schemeClr val="tx1"/>
                </a:solidFill>
              </a:rPr>
              <a:t>        CheckinService.java</a:t>
            </a:r>
          </a:p>
          <a:p>
            <a:r>
              <a:rPr lang="en-US" sz="1200">
                <a:solidFill>
                  <a:schemeClr val="tx1"/>
                </a:solidFill>
              </a:rPr>
              <a:t>        ports/</a:t>
            </a:r>
          </a:p>
          <a:p>
            <a:r>
              <a:rPr lang="en-US" sz="1200">
                <a:solidFill>
                  <a:schemeClr val="tx1"/>
                </a:solidFill>
              </a:rPr>
              <a:t>          incoming/</a:t>
            </a:r>
          </a:p>
          <a:p>
            <a:r>
              <a:rPr lang="en-US" sz="1200">
                <a:solidFill>
                  <a:schemeClr val="tx1"/>
                </a:solidFill>
              </a:rPr>
              <a:t>          outgoing/</a:t>
            </a:r>
          </a:p>
          <a:p>
            <a:r>
              <a:rPr lang="en-US" sz="1200">
                <a:solidFill>
                  <a:schemeClr val="tx1"/>
                </a:solidFill>
              </a:rPr>
              <a:t>      Adapters/</a:t>
            </a:r>
          </a:p>
          <a:p>
            <a:r>
              <a:rPr lang="en-US" sz="1200">
                <a:solidFill>
                  <a:schemeClr val="tx1"/>
                </a:solidFill>
              </a:rPr>
              <a:t>        IncomingAdapters/</a:t>
            </a:r>
          </a:p>
          <a:p>
            <a:r>
              <a:rPr lang="en-US" sz="1200">
                <a:solidFill>
                  <a:schemeClr val="tx1"/>
                </a:solidFill>
              </a:rPr>
              <a:t>        OutgoingAdapters/</a:t>
            </a:r>
          </a:p>
          <a:p>
            <a:r>
              <a:rPr lang="en-US" sz="1200">
                <a:solidFill>
                  <a:schemeClr val="tx1"/>
                </a:solidFill>
              </a:rPr>
              <a:t>    test/java/checkin/</a:t>
            </a:r>
          </a:p>
          <a:p>
            <a:r>
              <a:rPr lang="en-US" sz="1200">
                <a:solidFill>
                  <a:schemeClr val="tx1"/>
                </a:solidFill>
              </a:rPr>
              <a:t>pom.xml</a:t>
            </a:r>
          </a:p>
        </p:txBody>
      </p:sp>
    </p:spTree>
    <p:extLst>
      <p:ext uri="{BB962C8B-B14F-4D97-AF65-F5344CB8AC3E}">
        <p14:creationId xmlns:p14="http://schemas.microsoft.com/office/powerpoint/2010/main" val="281870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191</Words>
  <Application>Microsoft Macintosh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alistair cockburn</dc:creator>
  <cp:lastModifiedBy>alistair cockburn</cp:lastModifiedBy>
  <cp:revision>3</cp:revision>
  <dcterms:created xsi:type="dcterms:W3CDTF">2026-02-26T18:24:02Z</dcterms:created>
  <dcterms:modified xsi:type="dcterms:W3CDTF">2026-03-02T17:45:58Z</dcterms:modified>
</cp:coreProperties>
</file>